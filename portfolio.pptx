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Arche7" TargetMode="External"/><Relationship Id="rId6" Type="http://schemas.openxmlformats.org/officeDocument/2006/relationships/hyperlink" Target="https://t.me/mera_business_bot" TargetMode="Externa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mera_business_bot" TargetMode="External"/><Relationship Id="rId4" Type="http://schemas.openxmlformats.org/officeDocument/2006/relationships/hyperlink" Target="https://mera-production.up.railway.app" TargetMode="External"/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0" Type="http://schemas.openxmlformats.org/officeDocument/2006/relationships/hyperlink" Target="https://github.com/Arche7" TargetMode="External"/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sort-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6720840" y="228600"/>
            <a:ext cx="5212080" cy="3595452"/>
          </a:xfrm>
          <a:prstGeom prst="rect">
            <a:avLst/>
          </a:prstGeom>
        </p:spPr>
      </p:pic>
      <p:pic>
        <p:nvPicPr>
          <p:cNvPr id="3" name="Image 1" descr="/home/claude/pf/pptimg/hvoya-fr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80000">
            <a:off x="6126480" y="1874520"/>
            <a:ext cx="5212080" cy="3595452"/>
          </a:xfrm>
          <a:prstGeom prst="rect">
            <a:avLst/>
          </a:prstGeom>
        </p:spPr>
      </p:pic>
      <p:pic>
        <p:nvPicPr>
          <p:cNvPr id="4" name="Image 2" descr="/home/claude/pf/pptimg/mera-fra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6583680" y="3429000"/>
            <a:ext cx="5212080" cy="3418771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85800" y="13258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841248" y="1485900"/>
            <a:ext cx="73152" cy="73152"/>
          </a:xfrm>
          <a:prstGeom prst="ellipse">
            <a:avLst/>
          </a:prstGeom>
          <a:solidFill>
            <a:srgbClr val="1F9D63"/>
          </a:solidFill>
          <a:ln w="6350">
            <a:solidFill>
              <a:srgbClr val="1F9D63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100584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 к стажировке и заказам</a:t>
            </a:r>
            <a:endParaRPr lang="en-US" sz="115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187452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200" b="1" spc="-15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</a:t>
            </a:r>
            <a:endParaRPr lang="en-US" sz="6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200" b="1" spc="-15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Чертищев</a:t>
            </a:r>
            <a:endParaRPr lang="en-US" sz="62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3931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Проектирую и собираю интерфейсы — сайты и приложения внутри Telegram.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4754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группы 305-ИС-24. Делаю продукт целиком: от структуры экранов до запуска на сервере. В портфолио 3 настоящих проекта и 10 концептов.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85800" y="5669280"/>
            <a:ext cx="2465388" cy="420624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685800" y="5669280"/>
            <a:ext cx="24653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github.com/Arche7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279204" y="5669280"/>
            <a:ext cx="238506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3279204" y="5669280"/>
            <a:ext cx="23850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MERA: @mera_business_bot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 мне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0876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Учусь на программиста и параллельно запускаю свои продукты. </a:t>
            </a:r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Мне важно, чтобы интерфейсом пользовались без инструкции, а код можно было спокойно дорабатывать.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862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Начинал с вёрстки сайтов, потом ушёл в Telegram: сделал MERA — приложение для записи к мастерам — и VELORA, бота-коуча для привычек. Для курсовой собрал настольное приложение для автосервиса на Python и PyQt5. Концепты — сайты для вымышленных компаний, на которых я отрабатываю разные жанры: магазин, бронирование, клинику, конференцию.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69480" y="1097280"/>
            <a:ext cx="1737360" cy="1737360"/>
          </a:xfrm>
          <a:prstGeom prst="ellipse">
            <a:avLst/>
          </a:prstGeom>
          <a:solidFill>
            <a:srgbClr val="E5B95C">
              <a:alpha val="90000"/>
            </a:srgbClr>
          </a:solidFill>
          <a:ln w="6350">
            <a:solidFill>
              <a:srgbClr val="E5B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2834640"/>
            <a:ext cx="1371600" cy="1371600"/>
          </a:xfrm>
          <a:prstGeom prst="ellipse">
            <a:avLst/>
          </a:prstGeom>
          <a:solidFill>
            <a:srgbClr val="4E9E88">
              <a:alpha val="90000"/>
            </a:srgbClr>
          </a:solidFill>
          <a:ln w="6350">
            <a:solidFill>
              <a:srgbClr val="4E9E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4480560"/>
            <a:ext cx="1097280" cy="1097280"/>
          </a:xfrm>
          <a:prstGeom prst="ellipse">
            <a:avLst/>
          </a:prstGeom>
          <a:solidFill>
            <a:srgbClr val="D07A63">
              <a:alpha val="90000"/>
            </a:srgbClr>
          </a:solidFill>
          <a:ln w="6350">
            <a:solidFill>
              <a:srgbClr val="D07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463040"/>
            <a:ext cx="4434840" cy="3611880"/>
          </a:xfrm>
          <a:prstGeom prst="roundRect">
            <a:avLst>
              <a:gd name="adj" fmla="val 8861"/>
            </a:avLst>
          </a:prstGeom>
          <a:solidFill>
            <a:srgbClr val="FFFFFF">
              <a:alpha val="76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783080"/>
            <a:ext cx="658368" cy="658368"/>
          </a:xfrm>
          <a:prstGeom prst="ellipse">
            <a:avLst/>
          </a:prstGeom>
          <a:solidFill>
            <a:srgbClr val="14161B"/>
          </a:solidFill>
          <a:ln w="9525">
            <a:solidFill>
              <a:srgbClr val="2A2E36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0664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АЧ</a:t>
            </a:r>
            <a:endParaRPr lang="en-US" sz="1584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Разработчик интерфейсов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2743200"/>
            <a:ext cx="37947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862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Учусь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862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305-ИС-24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3273552"/>
            <a:ext cx="37947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3924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924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Сайты, Telegram Mini Apps и ботов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3803904"/>
            <a:ext cx="37947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39227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9227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Развиваю MERA и VELORA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4334256"/>
            <a:ext cx="37947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4453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Ищу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453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Стажировку и небольшие заказы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с чем работаю в проектах из этого портфолио.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35640" cy="4343400"/>
          </a:xfrm>
          <a:prstGeom prst="roundRect">
            <a:avLst>
              <a:gd name="adj" fmla="val 736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40480" y="2185416"/>
            <a:ext cx="20421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2185416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и сценарии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92368" y="2185416"/>
            <a:ext cx="15392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92368" y="2185416"/>
            <a:ext cx="153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Макеты экранов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41336" y="2185416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41336" y="218541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Адаптивная вёрстка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25584" y="2185416"/>
            <a:ext cx="19583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25584" y="2185416"/>
            <a:ext cx="1958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Анимации интерфейса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816352"/>
            <a:ext cx="101955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0" y="3008376"/>
            <a:ext cx="7010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3008376"/>
            <a:ext cx="70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51248" y="3008376"/>
            <a:ext cx="6172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51248" y="3008376"/>
            <a:ext cx="61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78196" y="3008376"/>
            <a:ext cx="12039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78196" y="3008376"/>
            <a:ext cx="1203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91884" y="3008376"/>
            <a:ext cx="6172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91884" y="3008376"/>
            <a:ext cx="617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3639312"/>
            <a:ext cx="101955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840480" y="3831336"/>
            <a:ext cx="9525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831336"/>
            <a:ext cx="952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API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02708" y="3831336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02708" y="3831336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Apps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32576" y="3831336"/>
            <a:ext cx="9525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32576" y="3831336"/>
            <a:ext cx="952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aiogram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94804" y="3831336"/>
            <a:ext cx="15392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94804" y="3831336"/>
            <a:ext cx="153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Stars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5840" y="4462272"/>
            <a:ext cx="101955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584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Бэкенд и данные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840480" y="4654296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40480" y="4654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18888" y="4654296"/>
            <a:ext cx="12039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18888" y="4654296"/>
            <a:ext cx="1203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32576" y="4654296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32576" y="46542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10984" y="4654296"/>
            <a:ext cx="12039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10984" y="4654296"/>
            <a:ext cx="1203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05840" y="5285232"/>
            <a:ext cx="10195560" cy="0"/>
          </a:xfrm>
          <a:prstGeom prst="line">
            <a:avLst/>
          </a:prstGeom>
          <a:noFill/>
          <a:ln w="9525">
            <a:solidFill>
              <a:srgbClr val="D5D9D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5840" y="5486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840480" y="54772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40480" y="5477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и GitHub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21808" y="5477256"/>
            <a:ext cx="9525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21808" y="5477256"/>
            <a:ext cx="952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84036" y="5477256"/>
            <a:ext cx="9525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84036" y="5477256"/>
            <a:ext cx="952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46264" y="5477256"/>
            <a:ext cx="78486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46264" y="5477256"/>
            <a:ext cx="78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PyQt5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515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настоящих проекта и десять концептов. Дальше — коротко о каждом, подробный разбор — в HTML-версии.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5" name="Image 0" descr="/home/claude/pf/pptimg/mera-thu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81912"/>
            <a:ext cx="1692250" cy="1057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" y="2694432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067154" y="2694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13816" y="1655064"/>
            <a:ext cx="840232" cy="226695"/>
          </a:xfrm>
          <a:prstGeom prst="roundRect">
            <a:avLst>
              <a:gd name="adj" fmla="val 50000"/>
            </a:avLst>
          </a:prstGeom>
          <a:solidFill>
            <a:srgbClr val="D6EFE2"/>
          </a:solidFill>
          <a:ln w="6350">
            <a:solidFill>
              <a:srgbClr val="D6EF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" y="1736408"/>
            <a:ext cx="64008" cy="64008"/>
          </a:xfrm>
          <a:prstGeom prst="ellipse">
            <a:avLst/>
          </a:prstGeom>
          <a:solidFill>
            <a:srgbClr val="1F9D63"/>
          </a:solidFill>
          <a:ln w="6350">
            <a:solidFill>
              <a:srgbClr val="1F9D6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1655064"/>
            <a:ext cx="529336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7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35072" y="1508760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12" name="Image 1" descr="/home/claude/pf/pptimg/velora-thu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224" y="1581912"/>
            <a:ext cx="1692250" cy="10576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088" y="2694432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VELORA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316425" y="2694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063088" y="1655064"/>
            <a:ext cx="1082040" cy="226695"/>
          </a:xfrm>
          <a:prstGeom prst="roundRect">
            <a:avLst>
              <a:gd name="adj" fmla="val 50000"/>
            </a:avLst>
          </a:prstGeom>
          <a:solidFill>
            <a:srgbClr val="F6E7C4"/>
          </a:solidFill>
          <a:ln w="6350">
            <a:solidFill>
              <a:srgbClr val="F6E7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181960" y="1736408"/>
            <a:ext cx="64008" cy="64008"/>
          </a:xfrm>
          <a:prstGeom prst="ellipse">
            <a:avLst/>
          </a:prstGeom>
          <a:solidFill>
            <a:srgbClr val="D69618"/>
          </a:solidFill>
          <a:ln w="6350">
            <a:solidFill>
              <a:srgbClr val="D6961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300832" y="1655064"/>
            <a:ext cx="77114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5C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184343" y="1508760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19" name="Image 2" descr="/home/claude/pf/pptimg/sort-thu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495" y="1581912"/>
            <a:ext cx="1692250" cy="10576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359" y="2694432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565697" y="2694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312359" y="1655064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31231" y="1655064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433615" y="1508760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25" name="Image 3" descr="/home/claude/pf/pptimg/hvoya-thum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767" y="1581912"/>
            <a:ext cx="1692250" cy="10576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61631" y="2694432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Хвоя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814968" y="2694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561631" y="1655064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680503" y="1655064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9682886" y="1508760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31" name="Image 4" descr="/home/claude/pf/pptimg/norma-thum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038" y="1581912"/>
            <a:ext cx="1692250" cy="105765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10902" y="2694432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1064240" y="2694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810902" y="1655064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929774" y="1655064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85800" y="3151632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37" name="Image 5" descr="/home/claude/pf/pptimg/saldo-thum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3224784"/>
            <a:ext cx="1692250" cy="105765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13816" y="4337304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Сальдо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2067154" y="43373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13816" y="3297936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32688" y="3297936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2935072" y="3151632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43" name="Image 6" descr="/home/claude/pf/pptimg/stek-thu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8224" y="3224784"/>
            <a:ext cx="1692250" cy="105765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063088" y="4337304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2026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4316425" y="43373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3063088" y="3297936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3181960" y="3297936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5184343" y="3151632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49" name="Image 7" descr="/home/claude/pf/pptimg/pereplet-thum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495" y="3224784"/>
            <a:ext cx="1692250" cy="105765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5312359" y="4337304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Переплёт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6565697" y="43373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5312359" y="3297936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5431231" y="3297936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54" name="Shape 44"/>
          <p:cNvSpPr/>
          <p:nvPr/>
        </p:nvSpPr>
        <p:spPr>
          <a:xfrm>
            <a:off x="7433615" y="3151632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55" name="Image 8" descr="/home/claude/pf/pptimg/rovno-thum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6767" y="3224784"/>
            <a:ext cx="1692250" cy="1057656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561631" y="4337304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Ровно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8814968" y="43373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7561631" y="3297936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7680503" y="3297936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9682886" y="3151632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61" name="Image 9" descr="/home/claude/pf/pptimg/len-thum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6038" y="3224784"/>
            <a:ext cx="1692250" cy="1057656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810902" y="4337304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ЛЁН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11064240" y="43373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9810902" y="3297936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9929774" y="3297936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66" name="Shape 54"/>
          <p:cNvSpPr/>
          <p:nvPr/>
        </p:nvSpPr>
        <p:spPr>
          <a:xfrm>
            <a:off x="685800" y="4794504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67" name="Image 10" descr="/home/claude/pf/pptimg/krug-thum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" y="4867656"/>
            <a:ext cx="1692250" cy="105765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813816" y="5980176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</a:t>
            </a:r>
            <a:endParaRPr lang="en-US" sz="1200" dirty="0"/>
          </a:p>
        </p:txBody>
      </p:sp>
      <p:sp>
        <p:nvSpPr>
          <p:cNvPr id="69" name="Text 56"/>
          <p:cNvSpPr txBox="1"/>
          <p:nvPr/>
        </p:nvSpPr>
        <p:spPr>
          <a:xfrm>
            <a:off x="2067154" y="59801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0" name="Shape 57"/>
          <p:cNvSpPr/>
          <p:nvPr/>
        </p:nvSpPr>
        <p:spPr>
          <a:xfrm>
            <a:off x="813816" y="4940808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71" name="Text 58"/>
          <p:cNvSpPr txBox="1"/>
          <p:nvPr/>
        </p:nvSpPr>
        <p:spPr>
          <a:xfrm>
            <a:off x="932688" y="4940808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72" name="Shape 59"/>
          <p:cNvSpPr/>
          <p:nvPr/>
        </p:nvSpPr>
        <p:spPr>
          <a:xfrm>
            <a:off x="2935072" y="4794504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73" name="Image 11" descr="/home/claude/pf/pptimg/reforma-thum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8224" y="4867656"/>
            <a:ext cx="1692250" cy="1057656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3063088" y="5980176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Реформа</a:t>
            </a:r>
            <a:endParaRPr lang="en-US" sz="1200" dirty="0"/>
          </a:p>
        </p:txBody>
      </p:sp>
      <p:sp>
        <p:nvSpPr>
          <p:cNvPr id="75" name="Text 61"/>
          <p:cNvSpPr txBox="1"/>
          <p:nvPr/>
        </p:nvSpPr>
        <p:spPr>
          <a:xfrm>
            <a:off x="4316425" y="59801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6" name="Shape 62"/>
          <p:cNvSpPr/>
          <p:nvPr/>
        </p:nvSpPr>
        <p:spPr>
          <a:xfrm>
            <a:off x="3063088" y="4940808"/>
            <a:ext cx="660908" cy="226695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77" name="Text 63"/>
          <p:cNvSpPr txBox="1"/>
          <p:nvPr/>
        </p:nvSpPr>
        <p:spPr>
          <a:xfrm>
            <a:off x="3181960" y="4940808"/>
            <a:ext cx="468884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850" dirty="0"/>
          </a:p>
        </p:txBody>
      </p:sp>
      <p:sp>
        <p:nvSpPr>
          <p:cNvPr id="78" name="Shape 64"/>
          <p:cNvSpPr/>
          <p:nvPr/>
        </p:nvSpPr>
        <p:spPr>
          <a:xfrm>
            <a:off x="5184343" y="4794504"/>
            <a:ext cx="1838554" cy="1514856"/>
          </a:xfrm>
          <a:prstGeom prst="roundRect">
            <a:avLst>
              <a:gd name="adj" fmla="val 108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pic>
        <p:nvPicPr>
          <p:cNvPr id="79" name="Image 12" descr="/home/claude/pf/pptimg/auto-thum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7495" y="4867656"/>
            <a:ext cx="1692250" cy="1057656"/>
          </a:xfrm>
          <a:prstGeom prst="rect">
            <a:avLst/>
          </a:prstGeom>
        </p:spPr>
      </p:pic>
      <p:sp>
        <p:nvSpPr>
          <p:cNvPr id="80" name="Text 65"/>
          <p:cNvSpPr txBox="1"/>
          <p:nvPr/>
        </p:nvSpPr>
        <p:spPr>
          <a:xfrm>
            <a:off x="5312359" y="5980176"/>
            <a:ext cx="101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АвтоЖурнал</a:t>
            </a:r>
            <a:endParaRPr lang="en-US" sz="1200" dirty="0"/>
          </a:p>
        </p:txBody>
      </p:sp>
      <p:sp>
        <p:nvSpPr>
          <p:cNvPr id="81" name="Text 66"/>
          <p:cNvSpPr txBox="1"/>
          <p:nvPr/>
        </p:nvSpPr>
        <p:spPr>
          <a:xfrm>
            <a:off x="6565697" y="59801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2" name="Shape 67"/>
          <p:cNvSpPr/>
          <p:nvPr/>
        </p:nvSpPr>
        <p:spPr>
          <a:xfrm>
            <a:off x="5312359" y="4940808"/>
            <a:ext cx="840232" cy="226695"/>
          </a:xfrm>
          <a:prstGeom prst="roundRect">
            <a:avLst>
              <a:gd name="adj" fmla="val 50000"/>
            </a:avLst>
          </a:prstGeom>
          <a:solidFill>
            <a:srgbClr val="D9E5F2"/>
          </a:solidFill>
          <a:ln w="6350">
            <a:solidFill>
              <a:srgbClr val="D9E5F2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5431231" y="5022151"/>
            <a:ext cx="64008" cy="64008"/>
          </a:xfrm>
          <a:prstGeom prst="ellipse">
            <a:avLst/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</p:sp>
      <p:sp>
        <p:nvSpPr>
          <p:cNvPr id="84" name="Text 69"/>
          <p:cNvSpPr txBox="1"/>
          <p:nvPr/>
        </p:nvSpPr>
        <p:spPr>
          <a:xfrm>
            <a:off x="5550103" y="4940808"/>
            <a:ext cx="529336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5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</a:t>
            </a:r>
            <a:endParaRPr lang="en-US" sz="850" dirty="0"/>
          </a:p>
        </p:txBody>
      </p:sp>
      <p:sp>
        <p:nvSpPr>
          <p:cNvPr id="85" name="Text 70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86" name="Text 71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mera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9148"/>
            <a:ext cx="7360920" cy="48282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1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758952"/>
            <a:ext cx="925576" cy="266700"/>
          </a:xfrm>
          <a:prstGeom prst="roundRect">
            <a:avLst>
              <a:gd name="adj" fmla="val 50000"/>
            </a:avLst>
          </a:prstGeom>
          <a:solidFill>
            <a:srgbClr val="D6EFE2"/>
          </a:solidFill>
          <a:ln w="6350">
            <a:solidFill>
              <a:srgbClr val="D6EF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9872" y="860298"/>
            <a:ext cx="64008" cy="64008"/>
          </a:xfrm>
          <a:prstGeom prst="ellipse">
            <a:avLst/>
          </a:prstGeom>
          <a:solidFill>
            <a:srgbClr val="1F9D63"/>
          </a:solidFill>
          <a:ln w="6350">
            <a:solidFill>
              <a:srgbClr val="1F9D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38744" y="758952"/>
            <a:ext cx="614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7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999728" y="758952"/>
            <a:ext cx="144678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18600" y="758952"/>
            <a:ext cx="1254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Mini App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234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1874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Mini App для мастеров и их клиентов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478024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внутри Telegram, где мастер помнит каждого клиента, а автопилот сам предлагает, кого пригласить в свободное окно.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867912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Придумал продукт и структуру экранов для мастера и клиента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Нарисовал дизайн: тёплое стекло, три палитры, фирменное кольцо дня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910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01000" y="5184648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1000" y="518464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Mini Apps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592056" y="5184648"/>
            <a:ext cx="7355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92056" y="5184648"/>
            <a:ext cx="73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API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400792" y="5184648"/>
            <a:ext cx="12334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400792" y="5184648"/>
            <a:ext cx="1233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Stars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01000" y="5513832"/>
            <a:ext cx="11623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01000" y="5513832"/>
            <a:ext cx="116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236456" y="5513832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36456" y="5513832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258552" y="5513832"/>
            <a:ext cx="7355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58552" y="5513832"/>
            <a:ext cx="73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01000" y="5971032"/>
            <a:ext cx="1337310" cy="420624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001000" y="5971032"/>
            <a:ext cx="13373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бота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29750" y="5971032"/>
            <a:ext cx="1190625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9429750" y="5971032"/>
            <a:ext cx="11906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Веб-версия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velora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9148"/>
            <a:ext cx="7360920" cy="48282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2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758952"/>
            <a:ext cx="1210056" cy="266700"/>
          </a:xfrm>
          <a:prstGeom prst="roundRect">
            <a:avLst>
              <a:gd name="adj" fmla="val 50000"/>
            </a:avLst>
          </a:prstGeom>
          <a:solidFill>
            <a:srgbClr val="F6E7C4"/>
          </a:solidFill>
          <a:ln w="6350">
            <a:solidFill>
              <a:srgbClr val="F6E7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9872" y="860298"/>
            <a:ext cx="64008" cy="64008"/>
          </a:xfrm>
          <a:prstGeom prst="ellipse">
            <a:avLst/>
          </a:prstGeom>
          <a:solidFill>
            <a:srgbClr val="D69618"/>
          </a:solidFill>
          <a:ln w="6350">
            <a:solidFill>
              <a:srgbClr val="D6961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38744" y="758952"/>
            <a:ext cx="89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5C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284208" y="758952"/>
            <a:ext cx="187350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03080" y="758952"/>
            <a:ext cx="1681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 и Mini App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234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VELORA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1874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Telegram-бот: трекер привычек с ИИ-коучем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478024"/>
            <a:ext cx="3657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Бот, который ведёт привычки, раскладывает голосовые сообщения на задачи и раз в неделю присылает отчёт от ИИ-коуча.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867912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Продумал сценарии бота и строгий минималистичный дизайн Mini App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Написал бота на Python и aiogram, данные хранятся в PostgreSQL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910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01000" y="5184648"/>
            <a:ext cx="66446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1000" y="5184648"/>
            <a:ext cx="664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738616" y="5184648"/>
            <a:ext cx="7355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38616" y="5184648"/>
            <a:ext cx="73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aiogram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547352" y="5184648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47352" y="5184648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569448" y="5184648"/>
            <a:ext cx="102006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569448" y="5184648"/>
            <a:ext cx="1020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APScheduler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01000" y="5513832"/>
            <a:ext cx="7355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1000" y="5513832"/>
            <a:ext cx="73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809736" y="5513832"/>
            <a:ext cx="73558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809736" y="5513832"/>
            <a:ext cx="73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5971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Роль: Идея, дизайн, разработка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sort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3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37566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118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Интернет-магазин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Интернет-магазин обжарочной мастерской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 свежеобжаренного кофе с подпиской и подбором зерна под способ заваривания.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3878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43884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магазина: каталог, карточка сорта, корзина, подписка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главной и каталога с адаптивом под телефон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 на HTML, CSS и JavaScript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9331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5207508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5207508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5207508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5207508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5207508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5207508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6647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hvoya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4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66014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1468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 бронированием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Хвоя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загородных домов с бронированием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Бронирование домов на берегу Ладоги: даты, гости и цена — прямо на первом экране.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3878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43884"/>
            <a:ext cx="3657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бронирования от выбора дат до оплаты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главной, страницы дома и календаря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Пейзажи на SVG вместо тяжёлых фотографий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7503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5024628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5024628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5024628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5024628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5024628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5024628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142728" y="5024628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142728" y="5024628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54818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norma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5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23342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104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Сайт-портфолио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архитектурного бюро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бюро, которое проектирует жильё для плотной городской застройки.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10712"/>
            <a:ext cx="3657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архитектура и индекс проектов с сортировкой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 страницы проекта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 и анимация раскрытия рендеров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517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791456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791456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79145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79145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791456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791456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486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saldo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6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Сальдо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 финансового приложения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 приложения, которое считает налог и показывает фрилансеру, сколько можно тратить.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3878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43884"/>
            <a:ext cx="3657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лендинга и тексты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лендинга и трёх экранов приложения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 с адаптивом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5674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841748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841748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841748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841748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841748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841748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989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stek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7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37566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118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мероприятия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2026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конференции фронтенд-разработчиков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Конференция о фронтенде: программа двух дней, спикеры и билеты.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10712"/>
            <a:ext cx="3657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сайта и сценарий покупки билета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в одном цвете и одном шрифте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Вёрстка, программа из единого списка данных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517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791456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791456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79145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79145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791456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791456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486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pereplet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8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16230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970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магазина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Переплёт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независимого книжного магазина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Книжный магазин с живыми рекомендациями продавцов и афишей встреч.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10712"/>
            <a:ext cx="3657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«книга с подписью продавца»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главной-полки, карточки книги и афиши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Полка свёрстана на CSS без картинок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517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791456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791456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79145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79145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791456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791456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486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rovno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9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09118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899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клиники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Ровно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стоматологической клиники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клиники, где цена лечения видна до записи.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10712"/>
            <a:ext cx="3657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сайта и тексты главной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главной, страницы услуги и врача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 и форма записи с маской телефона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34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608576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608576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60857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60857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608576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608576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065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len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10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37566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118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Интернет-магазин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ЛЁН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Интернет-магазин льняной одежды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 одежды из вологодского льна с историей каждой вещи.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10712"/>
            <a:ext cx="3657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магазина и путь покупателя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главной, каталога и карточки товара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 с адаптивом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517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791456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791456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79145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79145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791456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791456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2486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krug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11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23342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104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 записью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гончарной мастерской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занятий с видимыми свободными местами и подарочные сертификаты.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10712"/>
            <a:ext cx="3657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и сценарий записи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главной и расписания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Иллюстрации посуды на SVG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334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608576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608576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460857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460857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4608576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4608576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142728" y="4608576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142728" y="4608576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50657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reforma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44386"/>
            <a:ext cx="7360920" cy="50777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12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735584" cy="266700"/>
          </a:xfrm>
          <a:prstGeom prst="roundRect">
            <a:avLst>
              <a:gd name="adj" fmla="val 50000"/>
            </a:avLst>
          </a:prstGeom>
          <a:solidFill>
            <a:srgbClr val="DADDE2"/>
          </a:solidFill>
          <a:ln w="6350">
            <a:solidFill>
              <a:srgbClr val="DADDE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19872" y="987552"/>
            <a:ext cx="543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809736" y="987552"/>
            <a:ext cx="102006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28608" y="987552"/>
            <a:ext cx="828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студии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Реформа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студии пилатеса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487168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Студия пилатеса на реформерах: расписание недели и запись на пробное занятие.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3878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43884"/>
            <a:ext cx="3657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сайта и сценарий пробного занятия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с крупным словом-логотипом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недели с уровнями занятий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7503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5024628"/>
            <a:ext cx="52222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5024628"/>
            <a:ext cx="52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6376" y="5024628"/>
            <a:ext cx="45110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6376" y="5024628"/>
            <a:ext cx="45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20632" y="5024628"/>
            <a:ext cx="9489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20632" y="5024628"/>
            <a:ext cx="94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54818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Концепт: сайт для вымышленной компании. Название, тексты и цифры придуманы, чтобы показать подход к структуре и оформлению.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auto-sl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9148"/>
            <a:ext cx="7360920" cy="48282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13 из 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8001000" y="987552"/>
            <a:ext cx="925576" cy="266700"/>
          </a:xfrm>
          <a:prstGeom prst="roundRect">
            <a:avLst>
              <a:gd name="adj" fmla="val 50000"/>
            </a:avLst>
          </a:prstGeom>
          <a:solidFill>
            <a:srgbClr val="D9E5F2"/>
          </a:solidFill>
          <a:ln w="6350">
            <a:solidFill>
              <a:srgbClr val="D9E5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9872" y="1088898"/>
            <a:ext cx="64008" cy="64008"/>
          </a:xfrm>
          <a:prstGeom prst="ellipse">
            <a:avLst/>
          </a:prstGeom>
          <a:solidFill>
            <a:srgbClr val="2F6DB5"/>
          </a:solidFill>
          <a:ln w="6350">
            <a:solidFill>
              <a:srgbClr val="2F6DB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38744" y="987552"/>
            <a:ext cx="614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Курсовая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999728" y="987552"/>
            <a:ext cx="1517904" cy="266700"/>
          </a:xfrm>
          <a:prstGeom prst="roundRect">
            <a:avLst>
              <a:gd name="adj" fmla="val 50000"/>
            </a:avLst>
          </a:prstGeom>
          <a:solidFill>
            <a:srgbClr val="E1E4E8"/>
          </a:solidFill>
          <a:ln w="6350">
            <a:solidFill>
              <a:srgbClr val="E1E4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18600" y="987552"/>
            <a:ext cx="1325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Десктоп-приложение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4630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АвтоЖурнал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103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сервисного обслуживания автомобилей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7066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для автосервиса: история каждой машины, работы, мастера и отчёт за период.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6073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сделал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863340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Спроектировал базу данных: машины, владельцы, мастера, работы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43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Сделал интерфейс на PyQt5: журнал, фильтры и карточку записи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9057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01000" y="5180076"/>
            <a:ext cx="102006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1000" y="5180076"/>
            <a:ext cx="1020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94216" y="5180076"/>
            <a:ext cx="59334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94216" y="5180076"/>
            <a:ext cx="59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760712" y="5180076"/>
            <a:ext cx="664464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760712" y="5180076"/>
            <a:ext cx="664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56372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Роль: Проектирование и разработка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я работаю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шага, по которым проходит каждый проект — от учебного до своего.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537460" cy="3566160"/>
          </a:xfrm>
          <a:prstGeom prst="roundRect">
            <a:avLst>
              <a:gd name="adj" fmla="val 1081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Разбираюсь в задаче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7764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Выясняю, кто будет пользоваться и что должно получиться в итоге. Смотрю, как это решают другие.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1860" y="2011680"/>
            <a:ext cx="2537460" cy="3566160"/>
          </a:xfrm>
          <a:prstGeom prst="roundRect">
            <a:avLst>
              <a:gd name="adj" fmla="val 1081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6180" y="2286000"/>
            <a:ext cx="457200" cy="457200"/>
          </a:xfrm>
          <a:prstGeom prst="ellipse">
            <a:avLst/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61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26180" y="324612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Собираю структуру и экраны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26180" y="397764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Раскладываю содержание по экранам, рисую макет и согласую его до того, как писать код.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537460" cy="3566160"/>
          </a:xfrm>
          <a:prstGeom prst="roundRect">
            <a:avLst>
              <a:gd name="adj" fmla="val 1081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286000"/>
            <a:ext cx="457200" cy="457200"/>
          </a:xfrm>
          <a:prstGeom prst="ellipse">
            <a:avLst/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Пишу код и подключаю данные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97764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Вёрстка, логика, база данных, оплата и боты — всё, что нужно для работы, а не только для картинки.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83980" y="2011680"/>
            <a:ext cx="2537460" cy="3566160"/>
          </a:xfrm>
          <a:prstGeom prst="roundRect">
            <a:avLst>
              <a:gd name="adj" fmla="val 1081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2286000"/>
            <a:ext cx="457200" cy="457200"/>
          </a:xfrm>
          <a:prstGeom prst="ellipse">
            <a:avLst/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83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58300" y="324612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Запускаю и дорабатываю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58300" y="3977640"/>
            <a:ext cx="1988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Выкладываю на Railway или хостинг, смотрю, как пользуются, и правлю по живым отзывам.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f/pptimg/pereplet-thumb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-240000">
            <a:off x="-914400" y="2514600"/>
            <a:ext cx="1783080" cy="1114425"/>
          </a:xfrm>
          <a:prstGeom prst="rect">
            <a:avLst/>
          </a:prstGeom>
        </p:spPr>
      </p:pic>
      <p:pic>
        <p:nvPicPr>
          <p:cNvPr id="3" name="Image 1" descr="/home/claude/pf/pptimg/rovno-thumb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-240000">
            <a:off x="960120" y="2432304"/>
            <a:ext cx="1783080" cy="1114425"/>
          </a:xfrm>
          <a:prstGeom prst="rect">
            <a:avLst/>
          </a:prstGeom>
        </p:spPr>
      </p:pic>
      <p:pic>
        <p:nvPicPr>
          <p:cNvPr id="4" name="Image 2" descr="/home/claude/pf/pptimg/sort-thumb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 rot="-240000">
            <a:off x="2834640" y="2350008"/>
            <a:ext cx="1783080" cy="1114425"/>
          </a:xfrm>
          <a:prstGeom prst="rect">
            <a:avLst/>
          </a:prstGeom>
        </p:spPr>
      </p:pic>
      <p:pic>
        <p:nvPicPr>
          <p:cNvPr id="5" name="Image 3" descr="/home/claude/pf/pptimg/mera-thumb.png">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-240000">
            <a:off x="4709160" y="2267712"/>
            <a:ext cx="1783080" cy="1114425"/>
          </a:xfrm>
          <a:prstGeom prst="rect">
            <a:avLst/>
          </a:prstGeom>
        </p:spPr>
      </p:pic>
      <p:pic>
        <p:nvPicPr>
          <p:cNvPr id="6" name="Image 4" descr="/home/claude/pf/pptimg/hvoya-thumb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 rot="-240000">
            <a:off x="6583680" y="2185416"/>
            <a:ext cx="1783080" cy="1114425"/>
          </a:xfrm>
          <a:prstGeom prst="rect">
            <a:avLst/>
          </a:prstGeom>
        </p:spPr>
      </p:pic>
      <p:pic>
        <p:nvPicPr>
          <p:cNvPr id="7" name="Image 5" descr="/home/claude/pf/pptimg/krug-thumb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 rot="-240000">
            <a:off x="8458200" y="2103120"/>
            <a:ext cx="1783080" cy="1114425"/>
          </a:xfrm>
          <a:prstGeom prst="rect">
            <a:avLst/>
          </a:prstGeom>
        </p:spPr>
      </p:pic>
      <p:pic>
        <p:nvPicPr>
          <p:cNvPr id="8" name="Image 6" descr="/home/claude/pf/pptimg/len-thumb.png">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 rot="-240000">
            <a:off x="10332720" y="2020824"/>
            <a:ext cx="1783080" cy="1114425"/>
          </a:xfrm>
          <a:prstGeom prst="rect">
            <a:avLst/>
          </a:prstGeom>
        </p:spPr>
      </p:pic>
      <p:pic>
        <p:nvPicPr>
          <p:cNvPr id="9" name="Image 7" descr="/home/claude/pf/pptimg/stek-thumb.png">    </p:cNvPr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 rot="-240000">
            <a:off x="12207240" y="1938528"/>
            <a:ext cx="1783080" cy="1114425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2103120" y="1463040"/>
            <a:ext cx="8001000" cy="3794760"/>
          </a:xfrm>
          <a:prstGeom prst="roundRect">
            <a:avLst>
              <a:gd name="adj" fmla="val 1084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1" name="Text 1"/>
          <p:cNvSpPr txBox="1"/>
          <p:nvPr/>
        </p:nvSpPr>
        <p:spPr>
          <a:xfrm>
            <a:off x="2560320" y="1965960"/>
            <a:ext cx="7086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400" b="1" spc="-80" kern="0" dirty="0">
                <a:solidFill>
                  <a:srgbClr val="141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задача или место на стажировке?</a:t>
            </a:r>
            <a:endParaRPr lang="en-US" sz="3400" dirty="0"/>
          </a:p>
        </p:txBody>
      </p:sp>
      <p:sp>
        <p:nvSpPr>
          <p:cNvPr id="12" name="Text 2"/>
          <p:cNvSpPr txBox="1"/>
          <p:nvPr/>
        </p:nvSpPr>
        <p:spPr>
          <a:xfrm>
            <a:off x="3017520" y="324612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Напишите — отвечу в течение дня. Могу показать код проектов и рассказать, как они устроены.</a:t>
            </a:r>
            <a:endParaRPr lang="en-US" sz="1400" dirty="0"/>
          </a:p>
        </p:txBody>
      </p:sp>
      <p:sp>
        <p:nvSpPr>
          <p:cNvPr id="13" name="Shape 3"/>
          <p:cNvSpPr/>
          <p:nvPr/>
        </p:nvSpPr>
        <p:spPr>
          <a:xfrm>
            <a:off x="4783614" y="4160520"/>
            <a:ext cx="2640013" cy="420624"/>
          </a:xfrm>
          <a:prstGeom prst="roundRect">
            <a:avLst>
              <a:gd name="adj" fmla="val 50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  <a:effectLst>
            <a:outerShdw sx="100000" sy="100000" kx="0" ky="0" algn="bl" rotWithShape="0" blurRad="228600" dist="76200" dir="5400000">
              <a:srgbClr val="161A22">
                <a:alpha val="16000"/>
              </a:srgbClr>
            </a:outerShdw>
          </a:effectLst>
        </p:spPr>
      </p:sp>
      <p:sp>
        <p:nvSpPr>
          <p:cNvPr id="14" name="Text 4"/>
          <p:cNvSpPr txBox="1"/>
          <p:nvPr/>
        </p:nvSpPr>
        <p:spPr>
          <a:xfrm>
            <a:off x="4783614" y="4160520"/>
            <a:ext cx="26400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github.com/Arche7</a:t>
            </a:r>
            <a:endParaRPr lang="en-US" sz="1250" dirty="0"/>
          </a:p>
        </p:txBody>
      </p:sp>
      <p:sp>
        <p:nvSpPr>
          <p:cNvPr id="15" name="Text 5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Арсений Чертищев — портфолио</a:t>
            </a:r>
            <a:endParaRPr lang="en-US" sz="900" dirty="0"/>
          </a:p>
        </p:txBody>
      </p:sp>
      <p:sp>
        <p:nvSpPr>
          <p:cNvPr id="16" name="Text 6"/>
          <p:cNvSpPr txBox="1"/>
          <p:nvPr/>
        </p:nvSpPr>
        <p:spPr>
          <a:xfrm>
            <a:off x="10588752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Арсений Чертищев — портфолио</dc:title>
  <dc:subject>PptxGenJS Presentation</dc:subject>
  <dc:creator>Арсений Чертищев</dc:creator>
  <cp:lastModifiedBy>Арсений Чертищев</cp:lastModifiedBy>
  <cp:revision>1</cp:revision>
  <dcterms:created xsi:type="dcterms:W3CDTF">2026-09-23T11:05:36Z</dcterms:created>
  <dcterms:modified xsi:type="dcterms:W3CDTF">2026-09-23T11:05:36Z</dcterms:modified>
</cp:coreProperties>
</file>